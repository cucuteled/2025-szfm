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00234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93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75208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728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427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197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777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7253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7253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0932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286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85A1047-5C71-4675-9E31-D452E54CD8B0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B867293-80B9-45E6-AF95-264F6BC27E3F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7759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2025-SZFM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 smtClean="0"/>
              <a:t>Projekt tagok:</a:t>
            </a:r>
          </a:p>
          <a:p>
            <a:r>
              <a:rPr lang="hu-HU" dirty="0" smtClean="0"/>
              <a:t>Koszta Félix, Magyar Dániel, </a:t>
            </a:r>
            <a:r>
              <a:rPr lang="hu-HU" dirty="0" err="1" smtClean="0"/>
              <a:t>Hoszpodár</a:t>
            </a:r>
            <a:r>
              <a:rPr lang="hu-HU" dirty="0" smtClean="0"/>
              <a:t> Patrik, Erdélyi Péter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0506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Trello</a:t>
            </a:r>
            <a:r>
              <a:rPr lang="hu-HU" dirty="0" smtClean="0"/>
              <a:t/>
            </a:r>
            <a:br>
              <a:rPr lang="hu-HU" dirty="0" smtClean="0"/>
            </a:b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58421"/>
            <a:ext cx="8438348" cy="48440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Szövegdoboz 4"/>
          <p:cNvSpPr txBox="1"/>
          <p:nvPr/>
        </p:nvSpPr>
        <p:spPr>
          <a:xfrm>
            <a:off x="1586753" y="6293224"/>
            <a:ext cx="3532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/>
              <a:t>Nagyon szép zöld minden</a:t>
            </a:r>
            <a:endParaRPr lang="hu-HU" sz="1200" dirty="0"/>
          </a:p>
        </p:txBody>
      </p:sp>
    </p:spTree>
    <p:extLst>
      <p:ext uri="{BB962C8B-B14F-4D97-AF65-F5344CB8AC3E}">
        <p14:creationId xmlns:p14="http://schemas.microsoft.com/office/powerpoint/2010/main" val="214256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Github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1428750"/>
            <a:ext cx="7609799" cy="488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zövegdoboz 4"/>
          <p:cNvSpPr txBox="1"/>
          <p:nvPr/>
        </p:nvSpPr>
        <p:spPr>
          <a:xfrm>
            <a:off x="1765300" y="6413500"/>
            <a:ext cx="351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/>
              <a:t>Itt nagyon szép fekete minden</a:t>
            </a:r>
            <a:endParaRPr lang="hu-HU" sz="1200" dirty="0"/>
          </a:p>
        </p:txBody>
      </p:sp>
    </p:spTree>
    <p:extLst>
      <p:ext uri="{BB962C8B-B14F-4D97-AF65-F5344CB8AC3E}">
        <p14:creationId xmlns:p14="http://schemas.microsoft.com/office/powerpoint/2010/main" val="293812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Struktúra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304346"/>
            <a:ext cx="2276793" cy="2124371"/>
          </a:xfrm>
          <a:prstGeom prst="rect">
            <a:avLst/>
          </a:prstGeom>
        </p:spPr>
      </p:pic>
      <p:sp>
        <p:nvSpPr>
          <p:cNvPr id="5" name="Szövegdoboz 4"/>
          <p:cNvSpPr txBox="1"/>
          <p:nvPr/>
        </p:nvSpPr>
        <p:spPr>
          <a:xfrm>
            <a:off x="1371600" y="1701800"/>
            <a:ext cx="401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 smtClean="0"/>
              <a:t>Maven</a:t>
            </a:r>
            <a:r>
              <a:rPr lang="hu-HU" dirty="0" smtClean="0"/>
              <a:t> projekt, </a:t>
            </a:r>
            <a:r>
              <a:rPr lang="hu-HU" dirty="0" err="1" smtClean="0"/>
              <a:t>templates</a:t>
            </a:r>
            <a:r>
              <a:rPr lang="hu-HU" dirty="0" smtClean="0"/>
              <a:t> mappa</a:t>
            </a:r>
            <a:endParaRPr lang="hu-HU" dirty="0"/>
          </a:p>
        </p:txBody>
      </p:sp>
      <p:sp>
        <p:nvSpPr>
          <p:cNvPr id="6" name="Szövegdoboz 5"/>
          <p:cNvSpPr txBox="1"/>
          <p:nvPr/>
        </p:nvSpPr>
        <p:spPr>
          <a:xfrm>
            <a:off x="5537200" y="1563300"/>
            <a:ext cx="412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A képek a </a:t>
            </a:r>
            <a:r>
              <a:rPr lang="hu-HU" dirty="0" err="1" smtClean="0"/>
              <a:t>build</a:t>
            </a:r>
            <a:r>
              <a:rPr lang="hu-HU" dirty="0" smtClean="0"/>
              <a:t> </a:t>
            </a:r>
            <a:r>
              <a:rPr lang="hu-HU" dirty="0" err="1" smtClean="0"/>
              <a:t>jar-on</a:t>
            </a:r>
            <a:r>
              <a:rPr lang="hu-HU" dirty="0" smtClean="0"/>
              <a:t> </a:t>
            </a:r>
            <a:r>
              <a:rPr lang="hu-HU" dirty="0" err="1" smtClean="0"/>
              <a:t>kívűl</a:t>
            </a:r>
            <a:r>
              <a:rPr lang="hu-HU" dirty="0" smtClean="0"/>
              <a:t> vannak, az </a:t>
            </a:r>
            <a:r>
              <a:rPr lang="hu-HU" dirty="0" err="1" smtClean="0"/>
              <a:t>uploads</a:t>
            </a:r>
            <a:r>
              <a:rPr lang="hu-HU" dirty="0" smtClean="0"/>
              <a:t>/ mappába</a:t>
            </a:r>
            <a:endParaRPr lang="hu-HU" dirty="0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753" y="2397105"/>
            <a:ext cx="5858693" cy="285790"/>
          </a:xfrm>
          <a:prstGeom prst="rect">
            <a:avLst/>
          </a:prstGeom>
        </p:spPr>
      </p:pic>
      <p:sp>
        <p:nvSpPr>
          <p:cNvPr id="10" name="Téglalap 9"/>
          <p:cNvSpPr/>
          <p:nvPr/>
        </p:nvSpPr>
        <p:spPr>
          <a:xfrm>
            <a:off x="4982753" y="3023631"/>
            <a:ext cx="5030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 smtClean="0"/>
              <a:t>Adatbázis helye: \</a:t>
            </a:r>
            <a:r>
              <a:rPr lang="hu-HU" dirty="0" err="1" smtClean="0"/>
              <a:t>src</a:t>
            </a:r>
            <a:r>
              <a:rPr lang="hu-HU" dirty="0" smtClean="0"/>
              <a:t>\main\</a:t>
            </a:r>
            <a:r>
              <a:rPr lang="hu-HU" dirty="0" err="1" smtClean="0"/>
              <a:t>resources</a:t>
            </a:r>
            <a:r>
              <a:rPr lang="hu-HU" dirty="0" smtClean="0"/>
              <a:t>\</a:t>
            </a:r>
            <a:r>
              <a:rPr lang="hu-HU" dirty="0" err="1" smtClean="0"/>
              <a:t>static</a:t>
            </a:r>
            <a:r>
              <a:rPr lang="hu-HU" dirty="0" smtClean="0"/>
              <a:t>\</a:t>
            </a:r>
            <a:r>
              <a:rPr lang="hu-HU" dirty="0" err="1" smtClean="0"/>
              <a:t>data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64414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Kosár</a:t>
            </a:r>
            <a:br>
              <a:rPr lang="hu-HU" dirty="0" smtClean="0"/>
            </a:b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655" y="1428750"/>
            <a:ext cx="4499479" cy="5366133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235" y="1428750"/>
            <a:ext cx="4571666" cy="53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376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944" y="758247"/>
            <a:ext cx="4024434" cy="6099753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1143000" y="1701800"/>
            <a:ext cx="213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Korábbi rendelések: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0844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03" y="2146300"/>
            <a:ext cx="11137897" cy="4428036"/>
          </a:xfrm>
          <a:prstGeom prst="rect">
            <a:avLst/>
          </a:prstGeom>
        </p:spPr>
      </p:pic>
      <p:sp>
        <p:nvSpPr>
          <p:cNvPr id="5" name="Szövegdoboz 4"/>
          <p:cNvSpPr txBox="1"/>
          <p:nvPr/>
        </p:nvSpPr>
        <p:spPr>
          <a:xfrm>
            <a:off x="1270000" y="6223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 smtClean="0"/>
              <a:t>Adminisztrációs felület</a:t>
            </a:r>
            <a:endParaRPr lang="hu-HU" sz="2400" b="1" dirty="0"/>
          </a:p>
        </p:txBody>
      </p:sp>
    </p:spTree>
    <p:extLst>
      <p:ext uri="{BB962C8B-B14F-4D97-AF65-F5344CB8AC3E}">
        <p14:creationId xmlns:p14="http://schemas.microsoft.com/office/powerpoint/2010/main" val="3667148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Csak egy fotó </a:t>
            </a:r>
            <a:r>
              <a:rPr lang="hu-HU" dirty="0" smtClean="0">
                <a:sym typeface="Wingdings" panose="05000000000000000000" pitchFamily="2" charset="2"/>
              </a:rPr>
              <a:t>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91995"/>
            <a:ext cx="9051448" cy="486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1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Étterem management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9246855" cy="422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48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Néhány szép kód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428750"/>
            <a:ext cx="8802328" cy="225774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86490"/>
            <a:ext cx="6642100" cy="309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9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Security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74459"/>
            <a:ext cx="7230484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52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Köszönöm </a:t>
            </a:r>
            <a:r>
              <a:rPr lang="hu-HU" smtClean="0"/>
              <a:t>a figyelmet!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633670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Körülvágás</Template>
  <TotalTime>17</TotalTime>
  <Words>69</Words>
  <Application>Microsoft Office PowerPoint</Application>
  <PresentationFormat>Szélesvásznú</PresentationFormat>
  <Paragraphs>19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5" baseType="lpstr">
      <vt:lpstr>Franklin Gothic Book</vt:lpstr>
      <vt:lpstr>Wingdings</vt:lpstr>
      <vt:lpstr>Crop</vt:lpstr>
      <vt:lpstr>2025-SZFM</vt:lpstr>
      <vt:lpstr>Trello </vt:lpstr>
      <vt:lpstr>Github</vt:lpstr>
      <vt:lpstr>Struktúra</vt:lpstr>
      <vt:lpstr>Kosár </vt:lpstr>
      <vt:lpstr>PowerPoint-bemutató</vt:lpstr>
      <vt:lpstr>PowerPoint-bemutató</vt:lpstr>
      <vt:lpstr>Csak egy fotó </vt:lpstr>
      <vt:lpstr>Étterem management</vt:lpstr>
      <vt:lpstr>Néhány szép kód</vt:lpstr>
      <vt:lpstr>Security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2025-SZFM</dc:title>
  <dc:creator>-</dc:creator>
  <cp:lastModifiedBy>-</cp:lastModifiedBy>
  <cp:revision>7</cp:revision>
  <dcterms:created xsi:type="dcterms:W3CDTF">2025-12-11T07:04:40Z</dcterms:created>
  <dcterms:modified xsi:type="dcterms:W3CDTF">2025-12-11T07:22:35Z</dcterms:modified>
</cp:coreProperties>
</file>